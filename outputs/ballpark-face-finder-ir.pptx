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7d205354a74796" /><Relationship Type="http://schemas.openxmlformats.org/officeDocument/2006/relationships/extended-properties" Target="/docProps/app.xml" Id="Rcc25eb28c8a449d5" /><Relationship Type="http://schemas.openxmlformats.org/officeDocument/2006/relationships/officeDocument" Target="/ppt/presentation.xml" Id="Rc9ae0c7f96e44f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9db50c0cd540d3"/>
  </p:sldMasterIdLst>
  <p:notesMasterIdLst>
    <p:notesMasterId xmlns:r="http://schemas.openxmlformats.org/officeDocument/2006/relationships" r:id="R1d2b52838b774a24"/>
  </p:notesMasterIdLst>
  <p:sldIdLst>
    <p:sldId xmlns:r="http://schemas.openxmlformats.org/officeDocument/2006/relationships" id="256" r:id="R8632dd1208934b03"/>
    <p:sldId xmlns:r="http://schemas.openxmlformats.org/officeDocument/2006/relationships" id="257" r:id="Ra70db00d6b794c92"/>
    <p:sldId xmlns:r="http://schemas.openxmlformats.org/officeDocument/2006/relationships" id="258" r:id="R0d57de2e365140ea"/>
    <p:sldId xmlns:r="http://schemas.openxmlformats.org/officeDocument/2006/relationships" id="259" r:id="R48083d4842194def"/>
    <p:sldId xmlns:r="http://schemas.openxmlformats.org/officeDocument/2006/relationships" id="260" r:id="R969c6614df5d43af"/>
    <p:sldId xmlns:r="http://schemas.openxmlformats.org/officeDocument/2006/relationships" id="261" r:id="R864abe200b4749ae"/>
    <p:sldId xmlns:r="http://schemas.openxmlformats.org/officeDocument/2006/relationships" id="262" r:id="R27e7925fbd9b477a"/>
    <p:sldId xmlns:r="http://schemas.openxmlformats.org/officeDocument/2006/relationships" id="263" r:id="R0929b64c2f5d423b"/>
    <p:sldId xmlns:r="http://schemas.openxmlformats.org/officeDocument/2006/relationships" id="264" r:id="R70c2bfa1f4d54ff4"/>
    <p:sldId xmlns:r="http://schemas.openxmlformats.org/officeDocument/2006/relationships" id="265" r:id="Rba8e1135717d4ec4"/>
    <p:sldId xmlns:r="http://schemas.openxmlformats.org/officeDocument/2006/relationships" id="266" r:id="Rde917a0999a8497d"/>
    <p:sldId xmlns:r="http://schemas.openxmlformats.org/officeDocument/2006/relationships" id="267" r:id="R05fc19034dd74830"/>
    <p:sldId xmlns:r="http://schemas.openxmlformats.org/officeDocument/2006/relationships" id="268" r:id="R8a35a078b0994af3"/>
    <p:sldId xmlns:r="http://schemas.openxmlformats.org/officeDocument/2006/relationships" id="269" r:id="R434ef81d9db9482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de03c644c24aae" /><Relationship Type="http://schemas.openxmlformats.org/officeDocument/2006/relationships/slideMaster" Target="/ppt/slideMasters/slideMaster1.xml" Id="R6f9db50c0cd540d3" /><Relationship Type="http://schemas.openxmlformats.org/officeDocument/2006/relationships/notesMaster" Target="/ppt/notesMasters/notesMaster1.xml" Id="R1d2b52838b774a24" /><Relationship Type="http://schemas.openxmlformats.org/officeDocument/2006/relationships/presProps" Target="/ppt/presProps.xml" Id="R057424639ece41a7" /><Relationship Type="http://schemas.openxmlformats.org/officeDocument/2006/relationships/tableStyles" Target="/ppt/tableStyles.xml" Id="R0c50913d8a4d453f" /><Relationship Type="http://schemas.openxmlformats.org/officeDocument/2006/relationships/slide" Target="/ppt/slides/slide1.xml" Id="R8632dd1208934b03" /><Relationship Type="http://schemas.openxmlformats.org/officeDocument/2006/relationships/slide" Target="/ppt/slides/slide2.xml" Id="Ra70db00d6b794c92" /><Relationship Type="http://schemas.openxmlformats.org/officeDocument/2006/relationships/slide" Target="/ppt/slides/slide3.xml" Id="R0d57de2e365140ea" /><Relationship Type="http://schemas.openxmlformats.org/officeDocument/2006/relationships/slide" Target="/ppt/slides/slide4.xml" Id="R48083d4842194def" /><Relationship Type="http://schemas.openxmlformats.org/officeDocument/2006/relationships/slide" Target="/ppt/slides/slide5.xml" Id="R969c6614df5d43af" /><Relationship Type="http://schemas.openxmlformats.org/officeDocument/2006/relationships/slide" Target="/ppt/slides/slide6.xml" Id="R864abe200b4749ae" /><Relationship Type="http://schemas.openxmlformats.org/officeDocument/2006/relationships/slide" Target="/ppt/slides/slide7.xml" Id="R27e7925fbd9b477a" /><Relationship Type="http://schemas.openxmlformats.org/officeDocument/2006/relationships/slide" Target="/ppt/slides/slide8.xml" Id="R0929b64c2f5d423b" /><Relationship Type="http://schemas.openxmlformats.org/officeDocument/2006/relationships/slide" Target="/ppt/slides/slide9.xml" Id="R70c2bfa1f4d54ff4" /><Relationship Type="http://schemas.openxmlformats.org/officeDocument/2006/relationships/slide" Target="/ppt/slides/slide10.xml" Id="Rba8e1135717d4ec4" /><Relationship Type="http://schemas.openxmlformats.org/officeDocument/2006/relationships/slide" Target="/ppt/slides/slide11.xml" Id="Rde917a0999a8497d" /><Relationship Type="http://schemas.openxmlformats.org/officeDocument/2006/relationships/slide" Target="/ppt/slides/slide12.xml" Id="R05fc19034dd74830" /><Relationship Type="http://schemas.openxmlformats.org/officeDocument/2006/relationships/slide" Target="/ppt/slides/slide13.xml" Id="R8a35a078b0994af3" /><Relationship Type="http://schemas.openxmlformats.org/officeDocument/2006/relationships/slide" Target="/ppt/slides/slide14.xml" Id="R434ef81d9db948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e11547b32444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0089e3f0f2417a" /><Relationship Type="http://schemas.openxmlformats.org/officeDocument/2006/relationships/notesMaster" Target="/ppt/notesMasters/notesMaster1.xml" Id="R9aa93c76b11540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0546a03459483f" /><Relationship Type="http://schemas.openxmlformats.org/officeDocument/2006/relationships/notesMaster" Target="/ppt/notesMasters/notesMaster1.xml" Id="R40e0b5e140a24d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fde67f114047d7" /><Relationship Type="http://schemas.openxmlformats.org/officeDocument/2006/relationships/notesMaster" Target="/ppt/notesMasters/notesMaster1.xml" Id="R07e1f18f13754e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6378c9dcbb46fe" /><Relationship Type="http://schemas.openxmlformats.org/officeDocument/2006/relationships/notesMaster" Target="/ppt/notesMasters/notesMaster1.xml" Id="Rb1cb6e1b66e841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031bdacb32422b" /><Relationship Type="http://schemas.openxmlformats.org/officeDocument/2006/relationships/notesMaster" Target="/ppt/notesMasters/notesMaster1.xml" Id="R63829814585d4e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2f19dc961e4d3a" /><Relationship Type="http://schemas.openxmlformats.org/officeDocument/2006/relationships/notesMaster" Target="/ppt/notesMasters/notesMaster1.xml" Id="Rc6ccdad63ca644e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aab6b99b934973" /><Relationship Type="http://schemas.openxmlformats.org/officeDocument/2006/relationships/notesMaster" Target="/ppt/notesMasters/notesMaster1.xml" Id="R81642c2fc9ad41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abb474230543dc" /><Relationship Type="http://schemas.openxmlformats.org/officeDocument/2006/relationships/notesMaster" Target="/ppt/notesMasters/notesMaster1.xml" Id="Re1dc59032bb648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02bce483994835" /><Relationship Type="http://schemas.openxmlformats.org/officeDocument/2006/relationships/notesMaster" Target="/ppt/notesMasters/notesMaster1.xml" Id="Re3dc6eb410d944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579322ced748de" /><Relationship Type="http://schemas.openxmlformats.org/officeDocument/2006/relationships/notesMaster" Target="/ppt/notesMasters/notesMaster1.xml" Id="R7991fec534974ff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ead1abe399431d" /><Relationship Type="http://schemas.openxmlformats.org/officeDocument/2006/relationships/notesMaster" Target="/ppt/notesMasters/notesMaster1.xml" Id="R073e380d668548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51abdef1924707" /><Relationship Type="http://schemas.openxmlformats.org/officeDocument/2006/relationships/notesMaster" Target="/ppt/notesMasters/notesMaster1.xml" Id="Rf1c1d5efc311441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a403ee123f84739" /><Relationship Type="http://schemas.openxmlformats.org/officeDocument/2006/relationships/notesMaster" Target="/ppt/notesMasters/notesMaster1.xml" Id="Rc4bf30c05f8545c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3d600158eca4fe2" /><Relationship Type="http://schemas.openxmlformats.org/officeDocument/2006/relationships/notesMaster" Target="/ppt/notesMasters/notesMaster1.xml" Id="R42f7cad5074442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0ced5ba15749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b65118c9b1413a" /><Relationship Type="http://schemas.openxmlformats.org/officeDocument/2006/relationships/slideLayout" Target="/ppt/slideLayouts/slideLayout1.xml" Id="Rbc74c64a3e474d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74c64a3e474d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71deed2314b78" /><Relationship Type="http://schemas.openxmlformats.org/officeDocument/2006/relationships/image" Target="/ppt/media/image.png" Id="R24411236ae6c4219" /><Relationship Type="http://schemas.openxmlformats.org/officeDocument/2006/relationships/notesSlide" Target="/ppt/notesSlides/notesSlide1.xml" Id="R0a05a2cc54904d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44bff290c4a38" /><Relationship Type="http://schemas.openxmlformats.org/officeDocument/2006/relationships/notesSlide" Target="/ppt/notesSlides/notesSlide2.xml" Id="R264b022e8fbe4f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b635fe8d4243d1" /><Relationship Type="http://schemas.openxmlformats.org/officeDocument/2006/relationships/notesSlide" Target="/ppt/notesSlides/notesSlide3.xml" Id="Reaaf10b263834b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b0800ca3f42a6" /><Relationship Type="http://schemas.openxmlformats.org/officeDocument/2006/relationships/notesSlide" Target="/ppt/notesSlides/notesSlide4.xml" Id="R5168c334268348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a62a1d5304e42" /><Relationship Type="http://schemas.openxmlformats.org/officeDocument/2006/relationships/notesSlide" Target="/ppt/notesSlides/notesSlide5.xml" Id="R09284014656145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b6489fa18840f6" /><Relationship Type="http://schemas.openxmlformats.org/officeDocument/2006/relationships/notesSlide" Target="/ppt/notesSlides/notesSlide6.xml" Id="R4be684cfe73743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abb74d88044e4" /><Relationship Type="http://schemas.openxmlformats.org/officeDocument/2006/relationships/notesSlide" Target="/ppt/notesSlides/notesSlide7.xml" Id="R44e8d441cdd1484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0c88812d64ab6" /><Relationship Type="http://schemas.openxmlformats.org/officeDocument/2006/relationships/notesSlide" Target="/ppt/notesSlides/notesSlide8.xml" Id="R42c7a7cb575c45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c7f1c59c146a8" /><Relationship Type="http://schemas.openxmlformats.org/officeDocument/2006/relationships/notesSlide" Target="/ppt/notesSlides/notesSlide9.xml" Id="R1e8f3e8b2a0a40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5fb633a9948db" /><Relationship Type="http://schemas.openxmlformats.org/officeDocument/2006/relationships/notesSlide" Target="/ppt/notesSlides/notesSlide10.xml" Id="R4968c55a55d7420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1697e6656b4424" /><Relationship Type="http://schemas.openxmlformats.org/officeDocument/2006/relationships/notesSlide" Target="/ppt/notesSlides/notesSlide11.xml" Id="Rbdec70ad2afb43e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01dc3d79f4d74" /><Relationship Type="http://schemas.openxmlformats.org/officeDocument/2006/relationships/notesSlide" Target="/ppt/notesSlides/notesSlide12.xml" Id="R3ffe6f7ddde84b6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600fa397724450" /><Relationship Type="http://schemas.openxmlformats.org/officeDocument/2006/relationships/notesSlide" Target="/ppt/notesSlides/notesSlide13.xml" Id="R5c00fb3a684f4de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a360fd25b4758" /><Relationship Type="http://schemas.openxmlformats.org/officeDocument/2006/relationships/notesSlide" Target="/ppt/notesSlides/notesSlide14.xml" Id="Ra4fad850c08541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411236ae6c421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2C52B4-65E2-4CB1-9797-4B795184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501B5-82A0-4E1B-B146-123D5CD6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685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야구장 얼굴찾기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65B1D9-C34E-4679-98E2-8A46D0CA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</a:defRPr>
            </a:pPr>
            <a:r>
              <a:rPr sz="1950" b="0">
                <a:solidFill>
                  <a:srgbClr val="FFFFFF"/>
                </a:solidFill>
              </a:rPr>
              <a:t>중계 화면 속 내 얼굴을 찾는 30초 팬 경험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F2256-9DA5-4956-8D6C-38B6AAD6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244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Book rooms with locals가 숙박 시장을 열었듯,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우리는 직관의 순간을 얼굴 기반 팬 데이터의 시작점으로 만든다.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D43B83-D36F-4713-80F8-8D6424D3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102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35"/>
          </a:solidFill>
          <a:ln xmlns:a="http://schemas.openxmlformats.org/drawingml/2006/main" w="0">
            <a:solidFill>
              <a:srgbClr val="FF6B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A538F-86CA-4A62-922D-5DAD5D2C8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76925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VC 5분 피칭 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18D6E-D3A8-4617-8AB7-1AAC5218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77777"/>
                </a:solidFill>
              </a:defRPr>
            </a:pPr>
            <a:r>
              <a:rPr sz="900" b="0">
                <a:solidFill>
                  <a:srgbClr val="777777"/>
                </a:solidFill>
              </a:rPr>
              <a:t>Generated deck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299606-6BC2-491A-AA94-199B9097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77777"/>
                </a:solidFill>
              </a:defRPr>
            </a:pPr>
            <a:r>
              <a:rPr sz="900" b="0">
                <a:solidFill>
                  <a:srgbClr val="77777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607378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930096-4D1E-458F-ACC7-F63A229E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팬은 본인도 모르게 경기의 일부가 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21DB7-5CE4-4355-8CB3-7690B39E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한 명의 페르소나에서 시작합니다.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C3FB97-E6F1-4E0A-A275-B5D9BB90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77777"/>
                </a:solidFill>
              </a:defRPr>
            </a:pPr>
            <a:r>
              <a:rPr sz="900" b="0">
                <a:solidFill>
                  <a:srgbClr val="777777"/>
                </a:solidFill>
              </a:rPr>
              <a:t>Ballpark Face Finder 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412D5-8D81-450B-BBF0-A62B640D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77777"/>
                </a:solidFill>
              </a:defRPr>
            </a:pPr>
            <a:r>
              <a:rPr sz="900" b="0">
                <a:solidFill>
                  <a:srgbClr val="777777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63BC9-EA39-42A6-B948-10896D58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5905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“어제 중계에 내가 잡혔다는데,</a:t>
            </a:r>
          </a:p>
          <a:p xmlns:a="http://schemas.openxmlformats.org/drawingml/2006/main">
            <a:pPr algn="l">
              <a:defRPr sz="2850" b="1">
                <a:solidFill>
                  <a:srgbClr val="111111"/>
                </a:solidFill>
              </a:defRPr>
            </a:pPr>
            <a:r>
              <a:rPr sz="2850" b="1">
                <a:solidFill>
                  <a:srgbClr val="111111"/>
                </a:solidFill>
              </a:rPr>
              <a:t>어느 장면인지 찾는 건 거의 불가능해요.”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2844E-8E72-4476-8ED9-B5996E17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7640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9C183-21E5-407B-A3AC-03005B9C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38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페르소나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C7182D-E17D-45A5-822C-3B3E5BB8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71750"/>
            <a:ext cx="2667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</a:defRPr>
            </a:pPr>
            <a:r>
              <a:rPr sz="1950" b="0">
                <a:solidFill>
                  <a:srgbClr val="111111"/>
                </a:solidFill>
              </a:rPr>
              <a:t>주말 직관 팬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</a:defRPr>
            </a:pPr>
            <a:r>
              <a:rPr sz="1950" b="0">
                <a:solidFill>
                  <a:srgbClr val="111111"/>
                </a:solidFill>
              </a:rPr>
              <a:t>20대 후반 · 친구와 방문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</a:defRPr>
            </a:pPr>
            <a:r>
              <a:rPr sz="1950" b="0">
                <a:solidFill>
                  <a:srgbClr val="111111"/>
                </a:solidFill>
              </a:rPr>
              <a:t>인스타 업로드 욕구 높음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</a:defRPr>
            </a:pPr>
            <a:r>
              <a:rPr sz="1950" b="0">
                <a:solidFill>
                  <a:srgbClr val="111111"/>
                </a:solidFill>
              </a:rPr>
              <a:t>결제는 작게, 즉시성은 크게 반응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18BBAA-AA95-4BC4-85A0-6C3A09C8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문제는 기술이 아니라 ‘내가 왜 얼굴을 올려야 하는가’입니다.</a:t>
            </a:r>
          </a:p>
        </p:txBody>
      </p:sp>
    </p:spTree>
    <p:extLst>
      <p:ext uri="{BB962C8B-B14F-4D97-AF65-F5344CB8AC3E}">
        <p14:creationId xmlns:p14="http://schemas.microsoft.com/office/powerpoint/2010/main" val="4847170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8809CD-681B-46CE-866C-C089AD60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기존 대안은 팬의 욕구를 끝까지 해결하지 못한다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ACA017-B593-4192-B33A-1F3ADF95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방송 클립, SNS 검색, 수동 캡처는 모두 시간이 오래 걸립니다.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9FC15-5EC6-4465-9265-711DDD0A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77777"/>
                </a:solidFill>
              </a:defRPr>
            </a:pPr>
            <a:r>
              <a:rPr sz="900" b="0">
                <a:solidFill>
                  <a:srgbClr val="777777"/>
                </a:solidFill>
              </a:rPr>
              <a:t>Ballpark Face Finder 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6AA02-5867-4880-8AA6-A9859A34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77777"/>
                </a:solidFill>
              </a:defRPr>
            </a:pPr>
            <a:r>
              <a:rPr sz="900" b="0">
                <a:solidFill>
                  <a:srgbClr val="777777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B33334-A60B-4FB4-9776-3852728A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3333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2312E9-0C4A-4595-8FAA-0AE9294A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336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방송 다시보기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38A2A-2198-49D9-A6F2-C942134A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분량이 길고 내 얼굴이 나온 위치를 모른다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F63195-552A-4730-BD8D-782B092F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90750"/>
            <a:ext cx="3333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15395A-427A-409F-947C-EE696A57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336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친구 제보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F259E6-0AB5-4392-ADF6-C0FD659E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43250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정확한 타임스탬프와 고화질 컷을 얻기 어렵다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C41385-70B6-4124-B9B4-10AC2B52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90750"/>
            <a:ext cx="3333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1A0F12-1DF5-4D5F-AF09-EDCA2E50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336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구단 사진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C723AD-0BE7-43AC-83FE-9CC835B1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43250"/>
            <a:ext cx="266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공식 컷은 선수 중심이고 관중 개인화가 약하다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111F20-A1C4-4FD9-AEB2-D1CB20A5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우리는 ‘추억 찾기’라는 보상을 먼저 주고, 얼굴 등록의 거부감을 낮춥니다.</a:t>
            </a:r>
          </a:p>
        </p:txBody>
      </p:sp>
    </p:spTree>
    <p:extLst>
      <p:ext uri="{BB962C8B-B14F-4D97-AF65-F5344CB8AC3E}">
        <p14:creationId xmlns:p14="http://schemas.microsoft.com/office/powerpoint/2010/main" val="5252577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6BEE68-6AB9-45E1-A7FB-BA1634D6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왜 지금인가: 얼굴 인식은 가능하지만 수용성이 병목이다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5769A-C37B-47DA-868F-B75BCD09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시장 변곡점은 기술 성능보다 행동 변화에 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342B5-D318-44AE-B8D4-A62BC0D5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77777"/>
                </a:solidFill>
              </a:defRPr>
            </a:pPr>
            <a:r>
              <a:rPr sz="900" b="0">
                <a:solidFill>
                  <a:srgbClr val="777777"/>
                </a:solidFill>
              </a:rPr>
              <a:t>Ballpark Face Finder 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9B0F9-7959-4205-BF8F-351E0DE6E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77777"/>
                </a:solidFill>
              </a:defRPr>
            </a:pPr>
            <a:r>
              <a:rPr sz="900" b="0">
                <a:solidFill>
                  <a:srgbClr val="777777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25FFFB-5995-4D59-AA74-DF3F7804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24765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254CF9-A20A-4C2C-9ABD-5E86E338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6B35"/>
                </a:solidFill>
              </a:defRPr>
            </a:pPr>
            <a:r>
              <a:rPr sz="3150" b="1">
                <a:solidFill>
                  <a:srgbClr val="FF6B35"/>
                </a:solidFill>
              </a:rPr>
              <a:t>1,231만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7678C1-A273-410C-A35B-0C21DE3B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2025 KBO 정규시즌 관중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44100F-D3BB-45F9-A656-F33A79B6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33600"/>
            <a:ext cx="24765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8C9B62-150E-4A9B-9B91-693B231A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34315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6B35"/>
                </a:solidFill>
              </a:defRPr>
            </a:pPr>
            <a:r>
              <a:rPr sz="3150" b="1">
                <a:solidFill>
                  <a:srgbClr val="FF6B35"/>
                </a:solidFill>
              </a:rPr>
              <a:t>82.9%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B6E92A-4139-41CE-ADE9-A88E926E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3370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좌석 점유율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B0F00A-A7E5-4FC3-92AA-D089E08B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33600"/>
            <a:ext cx="24765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B9F856-B375-4C9C-8C8E-B98F30FFD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4315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6B35"/>
                </a:solidFill>
              </a:defRPr>
            </a:pPr>
            <a:r>
              <a:rPr sz="3150" b="1">
                <a:solidFill>
                  <a:srgbClr val="FF6B35"/>
                </a:solidFill>
              </a:rPr>
              <a:t>1초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3F34AA-8316-451B-9BE8-A8982C30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3370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얼굴패스 본인확인 보도 기준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C400F2-3752-41F6-ACD7-67C88F48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529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A38BEB-A692-4FA2-A771-FBADA5BB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986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AI 얼굴 임베딩과 벡터 검색 비용은 MVP 수준에서 충분히 낮아졌다.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CD511D-DBBE-43BA-ACA1-5FD99DEE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52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5C8DE8-619E-4569-9C3A-F423EAA4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986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티켓 업계는 얼굴패스를 시작했지만, 개인정보 거부감 때문에 팬 경험 설계가 필요하다.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E9F5CF-B577-4BA8-9816-DEA742AF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53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62B0AD-EF29-46C9-A650-15EC27A8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67300"/>
            <a:ext cx="9867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생성형 이미지 유행은 얼굴 기반 서비스에 대한 호기심과 경계심을 동시에 키웠다.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F74566-675D-4698-AC6F-F5FE3548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57900"/>
            <a:ext cx="981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7777"/>
                </a:solidFill>
              </a:defRPr>
            </a:pPr>
            <a:r>
              <a:rPr sz="825" b="0">
                <a:solidFill>
                  <a:srgbClr val="777777"/>
                </a:solidFill>
              </a:rPr>
              <a:t>Sources: KBO 2025 관중 보도, NOL/인터파크 얼굴패스 FAQ, 조선비즈 얼굴패스 인터뷰</a:t>
            </a:r>
          </a:p>
        </p:txBody>
      </p:sp>
    </p:spTree>
    <p:extLst>
      <p:ext uri="{BB962C8B-B14F-4D97-AF65-F5344CB8AC3E}">
        <p14:creationId xmlns:p14="http://schemas.microsoft.com/office/powerpoint/2010/main" val="418209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8B95D8-823D-4FD8-9691-46C928D0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해결책은 얼굴 인증이 아니라 팬 보상이다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D26071-08A7-4CCD-A995-8C58CB4B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One-liner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C171B8-2068-4FC9-A915-1A08E08A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77777"/>
                </a:solidFill>
              </a:defRPr>
            </a:pPr>
            <a:r>
              <a:rPr sz="900" b="0">
                <a:solidFill>
                  <a:srgbClr val="777777"/>
                </a:solidFill>
              </a:rPr>
              <a:t>Ballpark Face Finder 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9DE49F-1815-4188-8484-E2E7FBC5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77777"/>
                </a:solidFill>
              </a:defRPr>
            </a:pPr>
            <a:r>
              <a:rPr sz="900" b="0">
                <a:solidFill>
                  <a:srgbClr val="777777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ED28F-E64A-444B-9990-E7EF35BA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72390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직관 팬을 위한 AI 얼굴 탐색 서비스.</a:t>
            </a:r>
          </a:p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기존 방송 다시보기와 달리, 얼굴 한 장으로 내 장면과 공유 가능한 컷을 바로 찾는다.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977AD-D10A-4D78-AB12-9445EF15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26479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F4DE6-E3D0-45B8-BF82-A3B99EC8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24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핵심 차별점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81703F-D2D8-42B5-9680-1ED0ADE3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895600"/>
            <a:ext cx="2000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돈과 얼굴을 먼저 연결하지 않는다.</a:t>
            </a:r>
          </a:p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추억과 얼굴을 먼저 연결한다.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F594D-6C20-4DF6-B6E7-8EAA3C19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결제와 제휴는 사용자가 가치를 확인한 뒤 별도 동의로 붙입니다.</a:t>
            </a:r>
          </a:p>
        </p:txBody>
      </p:sp>
    </p:spTree>
    <p:extLst>
      <p:ext uri="{BB962C8B-B14F-4D97-AF65-F5344CB8AC3E}">
        <p14:creationId xmlns:p14="http://schemas.microsoft.com/office/powerpoint/2010/main" val="12973725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E90913-8451-4C2C-8BAE-56931C7D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30초 데모는 한 행동과 한 결과만 보여준다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17D8F-6A8C-41DF-B3BD-EF74DA97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시작 화면 → 얼굴 업로드 → 결과 잠금 해제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F92ACB-F120-4DA5-AF45-71138EBA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77777"/>
                </a:solidFill>
              </a:defRPr>
            </a:pPr>
            <a:r>
              <a:rPr sz="900" b="0">
                <a:solidFill>
                  <a:srgbClr val="777777"/>
                </a:solidFill>
              </a:rPr>
              <a:t>Ballpark Face Finder 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A02033-34D2-44C4-A5EA-D7251ED4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77777"/>
                </a:solidFill>
              </a:defRPr>
            </a:pPr>
            <a:r>
              <a:rPr sz="900" b="0">
                <a:solidFill>
                  <a:srgbClr val="777777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84009-98D0-4F95-A416-6F556DF4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CAB62-9DEB-4DCB-8715-82DA99D8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5E4B44-27AA-474B-AEB1-93DFB17F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1. 영상 선택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AC943-8862-4D8C-9AA7-3726EB614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2800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분석 완료된 경기 영상을 고른다.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광고 영역은 팬 맥락형 상품으로 판매 가능.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DE2762-A623-49AD-B6B3-A41011FB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2800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D974A3-A919-434E-981D-2AC2EA48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2A92E7-096B-4575-97BD-2CAE9276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6CAF4A-3788-4235-933E-25E60DD8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095500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2. 얼굴 업로드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E73351-DA73-439C-A39F-743EB0AC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590800"/>
            <a:ext cx="2800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정면 사진 한 장으로 ArcFace 임베딩을 생성한다.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97CB7C-01CB-49A5-8489-6B895DBD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19550"/>
            <a:ext cx="2800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A7"/>
          </a:solidFill>
          <a:ln xmlns:a="http://schemas.openxmlformats.org/drawingml/2006/main" w="9525">
            <a:solidFill>
              <a:srgbClr val="2457A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319627-0703-4D7D-BE8D-68F8273D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0025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34904C-5EDB-4AA6-A4E0-96F5487F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00250"/>
            <a:ext cx="314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ACB271-B53B-4C73-82EE-DD3BA251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95500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3. 결과 확인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B04637-1CC5-4F42-8EF1-802B659F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90800"/>
            <a:ext cx="2800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타임스탬프, 얼굴 crop, 다운로드 리포트를 보여준다.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A28990-7BCF-4DB9-8900-BBB3AA9D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19550"/>
            <a:ext cx="2800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7C54"/>
          </a:solidFill>
          <a:ln xmlns:a="http://schemas.openxmlformats.org/drawingml/2006/main" w="9525">
            <a:solidFill>
              <a:srgbClr val="1C7C5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477FA8-16E8-4301-872D-841A406C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멘트 1줄: “매주 3시간 걸리던 다시보기를 30초 검색 경험으로 바꿉니다.”</a:t>
            </a:r>
          </a:p>
        </p:txBody>
      </p:sp>
    </p:spTree>
    <p:extLst>
      <p:ext uri="{BB962C8B-B14F-4D97-AF65-F5344CB8AC3E}">
        <p14:creationId xmlns:p14="http://schemas.microsoft.com/office/powerpoint/2010/main" val="14081705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441E0F-2EAE-48DF-BCCD-107D4332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MVP는 이미 작동 가능한 구조로 쪼개져 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937F8D-50A2-4158-A148-3A93A579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제품 자랑이 아니라 ‘작동하나?’ 의심을 잡는 장입니다.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62B64-028F-470A-8C0D-8DEBC84B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77777"/>
                </a:solidFill>
              </a:defRPr>
            </a:pPr>
            <a:r>
              <a:rPr sz="900" b="0">
                <a:solidFill>
                  <a:srgbClr val="777777"/>
                </a:solidFill>
              </a:rPr>
              <a:t>Ballpark Face Finder 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57EE4-3988-4E79-8B2C-05AB5A4E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77777"/>
                </a:solidFill>
              </a:defRPr>
            </a:pPr>
            <a:r>
              <a:rPr sz="900" b="0">
                <a:solidFill>
                  <a:srgbClr val="777777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28DE2-4930-4BAC-82AD-1693E460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1714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824FF-616D-4395-B3BE-0D9ECA2D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수집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7A8C3-7CB7-4797-8885-B93CEB11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경기 사진/영상 업로드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5EC4FB-41B0-48F5-8FB0-71431DB0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289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8BCC4"/>
                </a:solidFill>
              </a:defRPr>
            </a:pPr>
            <a:r>
              <a:rPr sz="2550" b="1">
                <a:solidFill>
                  <a:srgbClr val="B8BCC4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4C81B-5798-44D2-A38D-1C61F1BB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76500"/>
            <a:ext cx="1714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A2BAE5-74E1-4650-A6C7-535F8E15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241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검출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22F960-DB96-4960-B607-16655E2D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3850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InsightFace 얼굴 검출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6DFD16-AA86-4B03-A508-1B9FEADE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289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8BCC4"/>
                </a:solidFill>
              </a:defRPr>
            </a:pPr>
            <a:r>
              <a:rPr sz="2550" b="1">
                <a:solidFill>
                  <a:srgbClr val="B8BCC4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0656C9-29E0-40FA-88B5-EAFE46F7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76500"/>
            <a:ext cx="1714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ABF7AC-A183-44ED-9F16-B2ED9CEE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241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임베딩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C6426D-8390-4289-927F-FB785197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3850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ArcFace 벡터 생성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363D0F-96D1-4EE7-8691-166AB78F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289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8BCC4"/>
                </a:solidFill>
              </a:defRPr>
            </a:pPr>
            <a:r>
              <a:rPr sz="2550" b="1">
                <a:solidFill>
                  <a:srgbClr val="B8BCC4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5A1D5B-C1C7-4CF5-8D5C-E68B47A5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76500"/>
            <a:ext cx="1714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8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B680A1-F76D-4F4A-A82B-00F06815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7241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검색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54231D-8442-4EAA-949C-E68234E3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3850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FAISS 유사도 비교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9DEDEC-356C-42CA-9BB5-FC1A0A0E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28950"/>
            <a:ext cx="342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8BCC4"/>
                </a:solidFill>
              </a:defRPr>
            </a:pPr>
            <a:r>
              <a:rPr sz="2550" b="1">
                <a:solidFill>
                  <a:srgbClr val="B8BCC4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82EC40-B675-4C5B-8756-2FC6101E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76500"/>
            <a:ext cx="1714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CFB173-6CEA-4996-AACE-B658D810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241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결과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40197D-9BCE-4994-85EA-77ABCEC2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3850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장면/시간대 반환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E09D20-02F0-4BE5-AEB8-A8F483EC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816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현재 코드베이스 기준: React/Vite 프론트 + FastAPI 백엔드 + InsightFace/ArcFace + FAISS 인덱스</a:t>
            </a:r>
          </a:p>
        </p:txBody>
      </p:sp>
    </p:spTree>
    <p:extLst>
      <p:ext uri="{BB962C8B-B14F-4D97-AF65-F5344CB8AC3E}">
        <p14:creationId xmlns:p14="http://schemas.microsoft.com/office/powerpoint/2010/main" val="7520715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A63D4C-48C1-4EAE-9E1B-1D86F9F5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시장 계산은 작게 시작하고 크게 확장한다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BD3FA1-C374-40A8-9F99-F2C456D3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SOM은 우리 학교/한 구장부터, 비전은 전국 경기장 표준까지.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3F06D-880C-4281-AC85-B03B3A8D9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77777"/>
                </a:solidFill>
              </a:defRPr>
            </a:pPr>
            <a:r>
              <a:rPr sz="900" b="0">
                <a:solidFill>
                  <a:srgbClr val="777777"/>
                </a:solidFill>
              </a:rPr>
              <a:t>Ballpark Face Finder 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2096F-794C-4F23-8C70-D0EF41FE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77777"/>
                </a:solidFill>
              </a:defRPr>
            </a:pPr>
            <a:r>
              <a:rPr sz="900" b="0">
                <a:solidFill>
                  <a:srgbClr val="777777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C71326-BCA2-4C74-B546-29C63CAC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104775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F7DAB-4CCF-4599-852A-F6283F1A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Bottom-up 예시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4B9AF-BD68-402E-8798-753962E3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SOM = 홈경기 72회 × 평균 관중 17,101명 × 업로드율 3% × 유료전환 10% × 객단가 3,900원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31C493-96C8-465A-9ECA-BAE9206C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6B35"/>
                </a:solidFill>
              </a:defRPr>
            </a:pPr>
            <a:r>
              <a:rPr sz="3150" b="1">
                <a:solidFill>
                  <a:srgbClr val="FF6B35"/>
                </a:solidFill>
              </a:rPr>
              <a:t>≈ 한 구장 1시즌 1,440만 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13F781-5AD0-4712-8ECB-CBD85A78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244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가정은 보수적으로 두고, 실제 발표 전 인터뷰·랜딩·사전결제로 업로드율과 전환율을 업데이트합니다.</a:t>
            </a:r>
          </a:p>
        </p:txBody>
      </p:sp>
    </p:spTree>
    <p:extLst>
      <p:ext uri="{BB962C8B-B14F-4D97-AF65-F5344CB8AC3E}">
        <p14:creationId xmlns:p14="http://schemas.microsoft.com/office/powerpoint/2010/main" val="16748324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CECC7A-B0AF-47E9-B40F-F7E0DC70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수익은 세 번 생긴다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6F6776-446E-42BB-A12F-558199D5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직접 결제, 광고, 동의 기반 제휴 데이터.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F5FCEF-159D-4071-8CC4-4A9E5747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77777"/>
                </a:solidFill>
              </a:defRPr>
            </a:pPr>
            <a:r>
              <a:rPr sz="900" b="0">
                <a:solidFill>
                  <a:srgbClr val="777777"/>
                </a:solidFill>
              </a:rPr>
              <a:t>Ballpark Face Finder 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39F1C-AD6F-4247-8B7D-F6EB69CE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77777"/>
                </a:solidFill>
              </a:defRPr>
            </a:pPr>
            <a:r>
              <a:rPr sz="900" b="0">
                <a:solidFill>
                  <a:srgbClr val="777777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64E8AF-5C25-4A83-98D1-91001A1A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9F47E-74F8-4D5C-B18E-0CCDB7EA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527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B2C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424072-99E2-4BE2-B07B-32ADBD45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247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고화질 컷/리포트</a:t>
            </a:r>
          </a:p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건당 3,900원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3D1155-9C36-4459-97D1-B4405D3C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907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C054A4-06EC-424C-8928-A1574014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527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광고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354F59-41D9-468F-9C38-878CF5D6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81350"/>
            <a:ext cx="247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영상 선택·결과 화면</a:t>
            </a:r>
          </a:p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구단/굿즈/식음료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A128A-E9E5-4DB4-94CC-9C953781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907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930C57-E3C8-4417-9484-9B72A31F4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527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B2B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1F04A0-0B11-42B9-8211-D2AB8662C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81350"/>
            <a:ext cx="247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명시 동의 기반</a:t>
            </a:r>
          </a:p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얼굴 인증 제휴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054E1B-F3FE-466E-A0F0-8E538FD1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VC에게는 ‘3개월 내 매출’보다 재방문·재구매와 CAC 대비 객단가를 보여주는 편이 안전합니다.</a:t>
            </a:r>
          </a:p>
        </p:txBody>
      </p:sp>
    </p:spTree>
    <p:extLst>
      <p:ext uri="{BB962C8B-B14F-4D97-AF65-F5344CB8AC3E}">
        <p14:creationId xmlns:p14="http://schemas.microsoft.com/office/powerpoint/2010/main" val="3433589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D043BE-7273-4DEA-808B-52DEEFA9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경쟁자는 없지 않다. 다만 출발점이 다르다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668AD-2C68-4C98-A69C-D993A28B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얼굴 인증 시장과 팬 콘텐츠 시장 사이의 빈 공간을 잡습니다.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7D92D-B067-498B-AD18-9B6BFA56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77777"/>
                </a:solidFill>
              </a:defRPr>
            </a:pPr>
            <a:r>
              <a:rPr sz="900" b="0">
                <a:solidFill>
                  <a:srgbClr val="777777"/>
                </a:solidFill>
              </a:rPr>
              <a:t>Ballpark Face Finder 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0551F-4EBF-47A1-9C87-68F5D249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77777"/>
                </a:solidFill>
              </a:defRPr>
            </a:pPr>
            <a:r>
              <a:rPr sz="900" b="0">
                <a:solidFill>
                  <a:srgbClr val="777777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638CB9-1B63-4701-B256-8067F2C8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F81C9-53CA-4806-AB1D-52220FDA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대안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AD9C7-198E-4136-AA2B-D1D8C9D0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478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3AF6E-BD15-414D-906B-3F6C1ADB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8120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사용자 동기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D98BE-AEDD-4522-B10E-B602D6F0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478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E34867-5675-4965-B2A6-42D409CF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8120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약점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271352-B951-48AC-8D1F-42C017AD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478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9525">
            <a:solidFill>
              <a:srgbClr val="05050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5184BA-65CB-4691-B83B-790DAC3F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8120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우리 포지션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92B173-35FE-4386-BACF-B5F3B1BA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8605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232DCE-E8A4-4EA9-AE94-4AD95D18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NOL/인터파크 얼굴패스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8DEEAA-93DD-4C30-884F-BAABCBC8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860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C3A6E3-A1C9-4D8F-905F-30E4ACEC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1940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입장 편의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939625-AE12-4FB7-81C5-40341A19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860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F464CF-50A6-41E6-B2ED-73C6B711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1940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얼굴 등록의 심리 장벽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DD5DEF-A7EA-4A15-9D41-00C2869A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860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D29283-F106-4B9B-82A2-C7D685D5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팬 보상 선행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E1FACF-A070-463C-8B02-9FFA1355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31AD91-E8BE-4A35-906C-49179E91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방송 다시보기/클립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818C66-3102-4954-910C-FC2B0CAA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242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E4D073-0BAB-4CEF-8774-A6F60FD3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65760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추억 찾기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C1CA5A-26D8-4DBC-AD08-067F56D2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5242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816892-E2FF-42BF-90BB-C7A2B2AE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5760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탐색 시간이 길다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904A87-6887-4BA1-9CDA-2BA238D6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242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B05576-03D3-483B-BA56-9F024D0C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5760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얼굴 기반 즉시 검색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972FB6-A714-496C-B762-59C79CC2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62450"/>
            <a:ext cx="238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613739-27ED-47C1-87DF-06BFE7FF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구단 포토/굿즈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1F4A8E-79A7-410F-8E0D-23A51262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3624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7BB26D-A62D-4972-8E5D-6ED61E5F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9580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소장 욕구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C774AA-D374-445F-A3F8-3E730340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624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07C840-B4B9-4F90-BE2F-A2B6A859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9580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개인화가 제한적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1EFFD89-F3EF-4C81-A6D6-892354AF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3624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7001E7-533C-4D42-A0D9-211C2A12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95800"/>
            <a:ext cx="2305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개인 장면 자동 발견</a:t>
            </a:r>
          </a:p>
        </p:txBody>
      </p:sp>
    </p:spTree>
    <p:extLst>
      <p:ext uri="{BB962C8B-B14F-4D97-AF65-F5344CB8AC3E}">
        <p14:creationId xmlns:p14="http://schemas.microsoft.com/office/powerpoint/2010/main" val="12580460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F5B1BF-668A-4DA3-AF3F-C1EA023D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다음 90일은 수요 검증에만 집중한다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29B25-6AC6-4ADC-9F1F-FBB72DF6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고객검증 숫자가 덱의 신뢰를 결정합니다.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3151F-F0EE-4757-BABA-285C43CB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77777"/>
                </a:solidFill>
              </a:defRPr>
            </a:pPr>
            <a:r>
              <a:rPr sz="900" b="0">
                <a:solidFill>
                  <a:srgbClr val="777777"/>
                </a:solidFill>
              </a:rPr>
              <a:t>Ballpark Face Finder 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095F19-F755-4CF0-9C26-6CA30385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77777"/>
                </a:solidFill>
              </a:defRPr>
            </a:pPr>
            <a:r>
              <a:rPr sz="900" b="0">
                <a:solidFill>
                  <a:srgbClr val="777777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4EB10-96AA-4C5B-9B02-9B50CCAB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19300"/>
            <a:ext cx="24765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ADE90-8931-4C28-8F9B-39E97F95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2885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6B35"/>
                </a:solidFill>
              </a:defRPr>
            </a:pPr>
            <a:r>
              <a:rPr sz="3150" b="1">
                <a:solidFill>
                  <a:srgbClr val="FF6B35"/>
                </a:solidFill>
              </a:rPr>
              <a:t>20명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1689D-D6A1-40A9-8FEB-D8AACBE0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1주 인터뷰 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781EA3-B931-4AE2-B3ED-4839F573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19300"/>
            <a:ext cx="24765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7EC3AB-C317-4634-BA12-86BBE8B0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2885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6B35"/>
                </a:solidFill>
              </a:defRPr>
            </a:pPr>
            <a:r>
              <a:rPr sz="3150" b="1">
                <a:solidFill>
                  <a:srgbClr val="FF6B35"/>
                </a:solidFill>
              </a:rPr>
              <a:t>100명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8029D4-A1FC-4E73-981C-340E67C5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1940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대기자/랜딩 목표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02C70B-41A6-49DA-8976-A8EDB73E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19300"/>
            <a:ext cx="24765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20664-F484-4D78-AE88-36910F6E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2885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6B35"/>
                </a:solidFill>
              </a:defRPr>
            </a:pPr>
            <a:r>
              <a:rPr sz="3150" b="1">
                <a:solidFill>
                  <a:srgbClr val="FF6B35"/>
                </a:solidFill>
              </a:rPr>
              <a:t>10건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EE193D-6E9D-44CB-9BBF-F5A758E5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19400"/>
            <a:ext cx="201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사전결제/유료의향 목표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9B930C-860B-4980-9D37-0EF58239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71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E9F51D-897E-4032-A963-4F840F6E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967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리허설 전까지 실제 인용구 1개와 전환 숫자 1개를 확보한다.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0D755B-DA92-4DAD-A381-03C61983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91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410158-2511-4CC0-815D-3F3B713E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967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야구 커뮤니티/학교/직관 동아리에서 초기 팬을 모집한다.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77E1E7-3666-4174-972E-AC53C92E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0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DB85C8-52EB-43E6-BD48-92086FD2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967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라이브 데모 실패 대비: 화면 녹화, GIF, PDF 백업을 준비한다.</a:t>
            </a:r>
          </a:p>
        </p:txBody>
      </p:sp>
    </p:spTree>
    <p:extLst>
      <p:ext uri="{BB962C8B-B14F-4D97-AF65-F5344CB8AC3E}">
        <p14:creationId xmlns:p14="http://schemas.microsoft.com/office/powerpoint/2010/main" val="19706315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A6B728-6365-46CA-A064-47A03ACF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부록 A. 법적 구조는 ‘속임수’가 아니라 명시 동의다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85F71-566B-4DD4-A365-18B4D381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생체정보는 민감도가 높으므로 수집 목적과 제공 구조를 분리합니다.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FCA37-E313-4EA3-91DF-EA33FE0E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77777"/>
                </a:solidFill>
              </a:defRPr>
            </a:pPr>
            <a:r>
              <a:rPr sz="900" b="0">
                <a:solidFill>
                  <a:srgbClr val="777777"/>
                </a:solidFill>
              </a:rPr>
              <a:t>Ballpark Face Finder 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1620CA-9CD4-4F4C-A870-C7EBA67D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77777"/>
                </a:solidFill>
              </a:defRPr>
            </a:pPr>
            <a:r>
              <a:rPr sz="900" b="0">
                <a:solidFill>
                  <a:srgbClr val="777777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E03A70-3FC3-426F-838F-E21EE056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9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77725-A5BC-4569-8ED5-AB47253E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967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얼굴 사진 원본과 임베딩을 구분해 고지하고, 필요한 최소 범위만 처리한다.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F3871-46AC-4312-83E9-69111F07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05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17AAAC-491C-40A4-9AAA-AFC7F3D8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967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서비스 이용 동의, 마케팅 동의, 제3자 제공 동의를 분리한다.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C8BACC-77A4-47E4-8F58-A22FDB73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0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96273E-55C7-40AC-9BF0-ABA577B9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967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토스 등 파트너 연계는 별도 동의 후 위탁/제휴/제3자 제공 구조 중 하나로 설계한다.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53781D-C70C-4B6A-BED1-1EEA1972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95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2E619E-4598-4ECE-9456-35743ECA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967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탈퇴·철회·파기, 보관 기간, 암호화, 접근권한, 유출 대응 절차를 약관과 UI에 노출한다.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9E1521-95CC-4C7F-BA84-6A8309E5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90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C09BCB-7800-4114-8604-F3D416E8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967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미성년자·민감정보·행사장 촬영 고지는 발표 전에 법률 검토가 필요하다.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9C0C6F-7F41-4A2C-8690-3F2EFBAA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77777"/>
                </a:solidFill>
              </a:defRPr>
            </a:pPr>
            <a:r>
              <a:rPr sz="900" b="0">
                <a:solidFill>
                  <a:srgbClr val="777777"/>
                </a:solidFill>
              </a:rPr>
              <a:t>Source: 개인정보보호위원회, 생체정보 보호 안내서(2024.12)</a:t>
            </a:r>
          </a:p>
        </p:txBody>
      </p:sp>
    </p:spTree>
    <p:extLst>
      <p:ext uri="{BB962C8B-B14F-4D97-AF65-F5344CB8AC3E}">
        <p14:creationId xmlns:p14="http://schemas.microsoft.com/office/powerpoint/2010/main" val="3940148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3D553B-B7D8-4105-867F-49E8BDE0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부록 B. 예상 질문은 짧게 두괄식으로 답한다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7690C-2CB6-4766-BCFC-F38DA29A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판단력을 보여주는 Q&amp;A 스크립트입니다.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36948C-2A76-4CA1-94A6-8BBEC347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77777"/>
                </a:solidFill>
              </a:defRPr>
            </a:pPr>
            <a:r>
              <a:rPr sz="900" b="0">
                <a:solidFill>
                  <a:srgbClr val="777777"/>
                </a:solidFill>
              </a:rPr>
              <a:t>Ballpark Face Finder 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938C0E-32E4-4DF4-91D6-7A24FA51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77777"/>
                </a:solidFill>
              </a:defRPr>
            </a:pPr>
            <a:r>
              <a:rPr sz="900" b="0">
                <a:solidFill>
                  <a:srgbClr val="777777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E9C49-C7CF-49F9-BB27-893D860E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1047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A52784-5D03-42E1-A6DE-E5D67C0FE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경쟁사가 따라하면?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3FEE7D-4A97-44C2-B7E4-6F9767FA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9431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데이터보다 팬 유입 맥락과 구단 채널 실행력이 방어력입니다.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4AFE9-BE12-4C4B-8A97-9A3A4F12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1047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F1E8B3-FA50-4B26-AE59-331EADB4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AI 비용은?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1FD927-EF5F-4C36-B23E-0D23E83D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718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전처리 인덱싱 후 검색만 수행해 건당 원가를 낮춥니다.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5DC2E0-9FC6-427E-9DB4-21D17C3A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1047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550C50-EA56-4BD8-A2F7-4B8F12AD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개인정보 리스크는?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C5464B-118D-4171-B0B4-35CDF998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005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별도 동의·목적 분리·파기 정책을 제품 첫 화면부터 설계합니다.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A6F6B8-36B3-4785-9870-9C3E1093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9650"/>
            <a:ext cx="1047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553DF1-5DF0-4907-AD67-AAD4505C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학생 외 누가 쓰나?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669C4D-57DE-4B84-A8F8-767DC2A3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292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아이돌 공연, 마라톤, 축제처럼 ‘내가 찍힌 순간’을 찾는 이벤트로 확장합니다.</a:t>
            </a:r>
          </a:p>
        </p:txBody>
      </p:sp>
    </p:spTree>
    <p:extLst>
      <p:ext uri="{BB962C8B-B14F-4D97-AF65-F5344CB8AC3E}">
        <p14:creationId xmlns:p14="http://schemas.microsoft.com/office/powerpoint/2010/main" val="10452768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3F6D04-03D1-4AB6-B4D9-DEA62EFE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부록 C. 마지막 문장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8A1B8-9A8C-4A24-A1DD-E434F8F8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876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우리는 얼굴 인증을 팔지 않습니다.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팬이 가장 찾고 싶어 하는 3초의 추억을 먼저 팔고,</a:t>
            </a:r>
          </a:p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그 다음 경기장 인증의 표준으로 확장합니다.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8FC9E0-0AD3-42D8-86AF-DC58DDDCD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Ask: 90일 동안 파일럿 구장/동아리 1곳, 실제 팬 인터뷰 20명, 사전결제 10건을 검증합니다.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244A7F-C008-41A2-A56B-76077565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77777"/>
                </a:solidFill>
              </a:defRPr>
            </a:pPr>
            <a:r>
              <a:rPr sz="900" b="0">
                <a:solidFill>
                  <a:srgbClr val="777777"/>
                </a:solidFill>
              </a:rPr>
              <a:t>Ballpark Face Finder IR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FF98B9-0D8B-42EE-9508-795310A3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777777"/>
                </a:solidFill>
              </a:defRPr>
            </a:pPr>
            <a:r>
              <a:rPr sz="900" b="0">
                <a:solidFill>
                  <a:srgbClr val="777777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462246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2026-07-02T11:51:38.2690000Z</dcterms:created>
  <dcterms:modified xsi:type="dcterms:W3CDTF">2026-07-02T11:51:38.2700000Z</dcterms:modified>
</coreProperties>
</file>